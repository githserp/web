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8A992"/>
    <a:srgbClr val="BAAB94"/>
    <a:srgbClr val="B2A188"/>
    <a:srgbClr val="C5B8A5"/>
    <a:srgbClr val="A5B8A1"/>
    <a:srgbClr val="C7B8A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758A586-582F-431F-8198-47E0CD763FC6}" v="13" dt="2021-07-15T07:55:35.25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27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0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ting wu" userId="1c42e966c43d778b" providerId="LiveId" clId="{B758A586-582F-431F-8198-47E0CD763FC6}"/>
    <pc:docChg chg="undo custSel modSld">
      <pc:chgData name="iting wu" userId="1c42e966c43d778b" providerId="LiveId" clId="{B758A586-582F-431F-8198-47E0CD763FC6}" dt="2021-07-15T07:54:04.869" v="268" actId="20577"/>
      <pc:docMkLst>
        <pc:docMk/>
      </pc:docMkLst>
      <pc:sldChg chg="modSp mod setBg">
        <pc:chgData name="iting wu" userId="1c42e966c43d778b" providerId="LiveId" clId="{B758A586-582F-431F-8198-47E0CD763FC6}" dt="2021-07-15T07:54:04.869" v="268" actId="20577"/>
        <pc:sldMkLst>
          <pc:docMk/>
          <pc:sldMk cId="1649630815" sldId="256"/>
        </pc:sldMkLst>
        <pc:spChg chg="mod">
          <ac:chgData name="iting wu" userId="1c42e966c43d778b" providerId="LiveId" clId="{B758A586-582F-431F-8198-47E0CD763FC6}" dt="2021-07-15T07:53:31.595" v="224" actId="207"/>
          <ac:spMkLst>
            <pc:docMk/>
            <pc:sldMk cId="1649630815" sldId="256"/>
            <ac:spMk id="2" creationId="{869A7AD9-9D95-485D-BBDA-5C6AEBFBA117}"/>
          </ac:spMkLst>
        </pc:spChg>
        <pc:spChg chg="mod">
          <ac:chgData name="iting wu" userId="1c42e966c43d778b" providerId="LiveId" clId="{B758A586-582F-431F-8198-47E0CD763FC6}" dt="2021-07-15T07:54:04.869" v="268" actId="20577"/>
          <ac:spMkLst>
            <pc:docMk/>
            <pc:sldMk cId="1649630815" sldId="256"/>
            <ac:spMk id="9" creationId="{3A2AE2BF-2C80-4B4A-9CB5-EA2E5EAA3A85}"/>
          </ac:spMkLst>
        </pc:spChg>
        <pc:spChg chg="mod">
          <ac:chgData name="iting wu" userId="1c42e966c43d778b" providerId="LiveId" clId="{B758A586-582F-431F-8198-47E0CD763FC6}" dt="2021-07-15T07:43:11.378" v="144" actId="12788"/>
          <ac:spMkLst>
            <pc:docMk/>
            <pc:sldMk cId="1649630815" sldId="256"/>
            <ac:spMk id="10" creationId="{287D6D77-1208-4557-A1D0-16DBCEFBA4FD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1F7DAD1-4548-4B96-85CF-FB6C6972F6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CE40E9FD-5F5E-49F3-BE6E-70E0F1C121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161011C-C4EF-48EF-B8A9-3AA055B4AE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1BBC1C-3546-467F-A7AA-6F7A7ED75E4A}" type="datetimeFigureOut">
              <a:rPr lang="zh-TW" altLang="en-US" smtClean="0"/>
              <a:t>2021/7/15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2F3FE71-64F8-44EB-A269-BB2AFF1878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6BDA1D2-B510-4A8D-AAA8-A714DC52F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B9F70-4405-44C2-9941-A1CD5EBA898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778625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78C28FC-DAAB-4401-9787-DBCE5C3024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52C9930-AF47-4B2A-A161-BA1E033DFA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665566F-00A3-4EEB-9B6B-61DE400394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1BBC1C-3546-467F-A7AA-6F7A7ED75E4A}" type="datetimeFigureOut">
              <a:rPr lang="zh-TW" altLang="en-US" smtClean="0"/>
              <a:t>2021/7/15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946DBC3-9CB6-4BD9-94D6-C22A032E23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B41FCB1-0AF3-44D3-B77C-76C018FA24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B9F70-4405-44C2-9941-A1CD5EBA898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895494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B3DBBC5-BA45-41C8-A785-A3C3F2D887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3967D621-3277-46D8-AEBE-56E2C3558D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1B360AC-ABB5-424B-AA1E-0C63CC5D75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1BBC1C-3546-467F-A7AA-6F7A7ED75E4A}" type="datetimeFigureOut">
              <a:rPr lang="zh-TW" altLang="en-US" smtClean="0"/>
              <a:t>2021/7/15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406DF77-2511-4C29-9DC2-1A6CA53AFB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C03632C-4607-4799-9C33-22E7E09DA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B9F70-4405-44C2-9941-A1CD5EBA898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348340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1669EBA-7C8E-497C-B340-673C967B67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62AC1EF-E8D9-4446-89A3-E8A1791E1D6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118DAC48-09E4-4E3F-9913-09A918E8FE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019B1ECA-690A-45C2-817A-B287F74D01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1BBC1C-3546-467F-A7AA-6F7A7ED75E4A}" type="datetimeFigureOut">
              <a:rPr lang="zh-TW" altLang="en-US" smtClean="0"/>
              <a:t>2021/7/15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291FA1E9-0476-4C85-B5FA-744CB0F60C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0D747B17-4992-47B4-928C-0EA045015E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B9F70-4405-44C2-9941-A1CD5EBA898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184071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0D2AB08-C833-49C6-A94A-A429C7E5B2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A18D0796-FF5C-4F96-B18D-50D6EB131D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D3A82A9C-ECBC-40A3-958E-F5B2766160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33D6C293-F8F6-4112-9372-4E8FF7B2974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4FD320B8-CE1A-4AE5-9B01-7223BFAB91F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EBB8AB60-46E0-42B0-981C-87B51D0665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1BBC1C-3546-467F-A7AA-6F7A7ED75E4A}" type="datetimeFigureOut">
              <a:rPr lang="zh-TW" altLang="en-US" smtClean="0"/>
              <a:t>2021/7/15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A0738971-C56F-4562-8E37-5A5D3AD5CF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90569828-15BB-4182-9BA4-104BC84FEA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B9F70-4405-44C2-9941-A1CD5EBA898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569110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5DD45A7-755C-45DC-8E41-810DBB0C37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B1E665FE-0677-4607-B3E1-2BDD23677B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1BBC1C-3546-467F-A7AA-6F7A7ED75E4A}" type="datetimeFigureOut">
              <a:rPr lang="zh-TW" altLang="en-US" smtClean="0"/>
              <a:t>2021/7/15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FE1E27CA-8D0B-4474-ADF7-0E0E80B217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BF97163B-DBF6-4829-80B0-072B2C297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B9F70-4405-44C2-9941-A1CD5EBA898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557435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C8D520B0-EF5D-4E73-A9FC-FBC73247D6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1BBC1C-3546-467F-A7AA-6F7A7ED75E4A}" type="datetimeFigureOut">
              <a:rPr lang="zh-TW" altLang="en-US" smtClean="0"/>
              <a:t>2021/7/15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73455D6C-9021-4EE0-845D-C150FF6123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DB2DC10-A2E8-4C1E-A575-F02BE2054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B9F70-4405-44C2-9941-A1CD5EBA898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189030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76BA4EF-0CB5-43C7-B86A-FDEBACF42F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0ACD670-38C5-47A5-9254-34B8123CC9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11F4C481-A26F-4428-9383-582B3EFECF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434FFDE2-EBD4-4622-856E-4823C28AA3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1BBC1C-3546-467F-A7AA-6F7A7ED75E4A}" type="datetimeFigureOut">
              <a:rPr lang="zh-TW" altLang="en-US" smtClean="0"/>
              <a:t>2021/7/15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1B2E42A2-C8C9-434A-89D6-A47BA95605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EA73986D-2413-4991-81BD-B0B3BEC688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B9F70-4405-44C2-9941-A1CD5EBA898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187667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0DA387E-9D05-4117-9A24-671F487CD9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6ACC1B1C-56EE-451E-ADC0-A3299724E42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2273D5F3-013D-4B10-836D-2BDACC5E8E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F4231CED-2D3E-4CB9-9C98-AF27F238A7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1BBC1C-3546-467F-A7AA-6F7A7ED75E4A}" type="datetimeFigureOut">
              <a:rPr lang="zh-TW" altLang="en-US" smtClean="0"/>
              <a:t>2021/7/15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0C31EE71-26B9-456C-8A06-DBCB0D98A4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03458E60-43F6-474A-8F8E-75BBEC744C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B9F70-4405-44C2-9941-A1CD5EBA898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422808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CC9BF55-FA63-4AA1-8207-6E2E6B407B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222166B3-D06F-4D12-A411-B2A1925E50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E71FAA2-FFBA-40F8-9099-3344D37B8D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1BBC1C-3546-467F-A7AA-6F7A7ED75E4A}" type="datetimeFigureOut">
              <a:rPr lang="zh-TW" altLang="en-US" smtClean="0"/>
              <a:t>2021/7/15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CF52277-BCFD-42BE-9F17-04437AF939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2098F52-AE70-48B6-AE51-BC8BBB9C6E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B9F70-4405-44C2-9941-A1CD5EBA898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311728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30D5642B-51B6-408F-A008-8CC7870A8FE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10EB3AA6-A802-4419-84B4-C297494227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526202C-ABD1-466A-9F81-B6F9532305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1BBC1C-3546-467F-A7AA-6F7A7ED75E4A}" type="datetimeFigureOut">
              <a:rPr lang="zh-TW" altLang="en-US" smtClean="0"/>
              <a:t>2021/7/15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3D93B6C-9AA0-46FA-8649-53299B6EBE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E0DFE00-6C4E-494A-BBA9-F07F7314FD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B9F70-4405-44C2-9941-A1CD5EBA898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65894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FD97547D-A2E9-4503-BED4-2F91877972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1174250-6A28-4726-8D5E-80A76227C6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63DCFB5-038D-461C-93FF-37C9538888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1BBC1C-3546-467F-A7AA-6F7A7ED75E4A}" type="datetimeFigureOut">
              <a:rPr lang="zh-TW" altLang="en-US" smtClean="0"/>
              <a:t>2021/7/15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CDED941-4F1E-4014-9990-D8B808928D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2E2146D-37FA-4EB1-ACAD-83D3D2393C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CB9F70-4405-44C2-9941-A1CD5EBA898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97437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8A99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69A7AD9-9D95-485D-BBDA-5C6AEBFBA1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52349" y="1533845"/>
            <a:ext cx="8687303" cy="2387600"/>
          </a:xfrm>
          <a:noFill/>
        </p:spPr>
        <p:txBody>
          <a:bodyPr>
            <a:noAutofit/>
          </a:bodyPr>
          <a:lstStyle/>
          <a:p>
            <a:r>
              <a:rPr lang="zh-TW" altLang="en-US" sz="88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雲端自動化服務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3A2AE2BF-2C80-4B4A-9CB5-EA2E5EAA3A85}"/>
              </a:ext>
            </a:extLst>
          </p:cNvPr>
          <p:cNvSpPr txBox="1"/>
          <p:nvPr/>
        </p:nvSpPr>
        <p:spPr>
          <a:xfrm>
            <a:off x="2671970" y="4053922"/>
            <a:ext cx="68480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28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讓奇勝為您的資訊安全做整合性把關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87D6D77-1208-4557-A1D0-16DBCEFBA4FD}"/>
              </a:ext>
            </a:extLst>
          </p:cNvPr>
          <p:cNvSpPr/>
          <p:nvPr/>
        </p:nvSpPr>
        <p:spPr>
          <a:xfrm>
            <a:off x="1880177" y="1043609"/>
            <a:ext cx="8431646" cy="4691270"/>
          </a:xfrm>
          <a:prstGeom prst="rect">
            <a:avLst/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496308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13</Words>
  <Application>Microsoft Office PowerPoint</Application>
  <PresentationFormat>寬螢幕</PresentationFormat>
  <Paragraphs>2</Paragraphs>
  <Slides>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6" baseType="lpstr">
      <vt:lpstr>微軟正黑體</vt:lpstr>
      <vt:lpstr>Arial</vt:lpstr>
      <vt:lpstr>Calibri</vt:lpstr>
      <vt:lpstr>Calibri Light</vt:lpstr>
      <vt:lpstr>Office 佈景主題</vt:lpstr>
      <vt:lpstr>雲端自動化服務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企業紓困4.0  奇勝試算</dc:title>
  <dc:creator>judylin</dc:creator>
  <cp:lastModifiedBy>iting wu</cp:lastModifiedBy>
  <cp:revision>4</cp:revision>
  <dcterms:created xsi:type="dcterms:W3CDTF">2021-06-09T02:55:48Z</dcterms:created>
  <dcterms:modified xsi:type="dcterms:W3CDTF">2021-07-15T07:55:37Z</dcterms:modified>
</cp:coreProperties>
</file>